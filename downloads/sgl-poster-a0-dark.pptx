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poster-field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pic>
        <p:nvPicPr>
          <p:cNvPr id="70" name="Image 2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(다크)</dc:title>
  <dc:subject>PptxGenJS Presentation</dc:subject>
  <dc:creator>Smart Generation Lab</dc:creator>
  <cp:lastModifiedBy>Smart Generation Lab</cp:lastModifiedBy>
  <cp:revision>1</cp:revision>
  <dcterms:created xsi:type="dcterms:W3CDTF">2026-09-13T16:07:53Z</dcterms:created>
  <dcterms:modified xsi:type="dcterms:W3CDTF">2026-09-13T16:07:53Z</dcterms:modified>
</cp:coreProperties>
</file>