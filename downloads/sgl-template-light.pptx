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제목은 두 줄까지. 우측 점 필드는 마스터 고정(노이즈 → 형태).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연구실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· 건물·호수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AGENDA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분야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데모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결과와 수치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커리큘럼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할 일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40분 · 질의 10분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자료: 홈페이지 주소 자리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SECTION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데모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텍스트→영상 확산 모델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조건부 이미지 합성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LLM 에이전트 개발 도구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생성 AI 교과 커리큘럼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한 줄 설명 자리. 30px, 최대 두 줄.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접근 방법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모델 구조와 학습 설정을 한 줄로.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핵심 수치 하나, 비교 대상 하나.</a:t>
            </a:r>
            <a:endParaRPr lang="ko-KR" sz="1500" dirty="0"/>
          </a:p>
        </p:txBody>
      </p:sp>
      <p:sp>
        <p:nvSpPr>
          <p:cNvPr id="8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5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6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6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· 프레임 간 깜빡임</a:t>
            </a:r>
            <a:endParaRPr lang="ko-KR" sz="1200" dirty="0"/>
          </a:p>
        </p:txBody>
      </p:sp>
      <p:sp>
        <p:nvSpPr>
          <p:cNvPr id="8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방법 · 시간 일관성 유지</a:t>
            </a:r>
            <a:endParaRPr lang="ko-KR" sz="1200" dirty="0"/>
          </a:p>
        </p:txBody>
      </p:sp>
      <p:sp>
        <p:nvSpPr>
          <p:cNvPr id="9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4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1.31 대비. UCF-101, 16프레임.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GPU, 배치 1, 50스텝 기준.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초당 생성 프레임. 배치 8.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3454400"/>
                <a:gridCol w="1651000"/>
                <a:gridCol w="1651000"/>
                <a:gridCol w="1651000"/>
                <a:gridCol w="1651000"/>
              </a:tblGrid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 (S)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PARAMS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KEY IDEA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· 건물·호수 자리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슬라이드 템플릿 (라이트)</dc:title>
  <dc:subject>PptxGenJS Presentation</dc:subject>
  <dc:creator>Smart Generation Lab</dc:creator>
  <cp:lastModifiedBy>Smart Generation Lab</cp:lastModifiedBy>
  <cp:revision>1</cp:revision>
  <dcterms:created xsi:type="dcterms:W3CDTF">2026-09-13T16:07:53Z</dcterms:created>
  <dcterms:modified xsi:type="dcterms:W3CDTF">2026-09-13T16:07:53Z</dcterms:modified>
</cp:coreProperties>
</file>