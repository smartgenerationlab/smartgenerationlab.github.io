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Email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Phone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Department of Computer Engineering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read the world with computer vision and rewrite it with generative models. Starting from models that understand images and video, we build the models that create them — training, deploying, and teaching them ourselves.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the lab began. 25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analysis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object recognition and tracking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character recognition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medical imaging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work directly on open-source generative models and fix what needs fixing. 4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generation and editing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diffusion models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GANs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media synthesis pipelines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Others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push language models beyond text: 11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Local LLMs and agents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reinforcement learning applications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signal processing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education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Research projects · systems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Ongoing R&amp;D projects and systems the lab built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research results are listed with the papers · smartgenerationlab.github.io/en/projects.html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Project · system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Type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Period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Status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Improving Generative AI Models for Cultural Content Production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Virtual Convergence Technology Research Institute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Generative AI for Content Production Workflows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Industry–academia joint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Local LLM Multi-Agent System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Content Generation Pipeline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Lab AI Server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Publications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2003–2026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and conference papers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papers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Generative AI · LLM · agents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Recent activities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Academic · Teaching · Lab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Website Relaunch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Lab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Academic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Brand Finalised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Lab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 Workshop for University Staff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Teaching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1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 System Design · Software Studio 1 · Advanced Programming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Teaching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activities in total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이상걸 · Principal Investigator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Education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Ph.D. in Electrical, Electronic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M.S. in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B.S. in Information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Career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Associate Professor, Department of Software, Dongseo University (current)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Professor, WE-UP Programme, Dongguk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Fellow, BK21+ Programme,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Interests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learning, machine learning, neural networks, computer vision, image processing.</a:t>
            </a:r>
            <a:endParaRPr lang="en-US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Looking for people to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build with.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Graduate and undergraduate applications, industry collaboration, and joint research proposals are all welcome by email.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+82-51-320-2135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Lab Introduction</dc:title>
  <dc:subject>PptxGenJS Presentation</dc:subject>
  <dc:creator>Smart Generation Lab</dc:creator>
  <cp:lastModifiedBy>Smart Generation Lab</cp:lastModifiedBy>
  <cp:revision>1</cp:revision>
  <dcterms:created xsi:type="dcterms:W3CDTF">2026-09-21T15:34:14Z</dcterms:created>
  <dcterms:modified xsi:type="dcterms:W3CDTF">2026-09-21T15:34:14Z</dcterms:modified>
</cp:coreProperties>
</file>