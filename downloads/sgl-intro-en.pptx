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Dongseo University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Dongseo University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Dongseo University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Email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Phone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Dongseo University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Dongseo University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Dongseo University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Dongseo University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Dongseo University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Dongseo University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LAB INTRODUCTION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From seeing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to making.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Dongseo University · Department of Computer Engineering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Sang-Geol Lee, Ph.D.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Principal Investigator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ABOUT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WHO WE ARE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From seeing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to making.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 read the world with computer vision and rewrite it with generative models. Starting from models that understand images and video, we build the models that create them — training, deploying, and teaching them ourselves.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Computer Vision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Where the lab began. 25 related papers.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Image and video analysis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object recognition and tracking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character recognition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medical imaging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Generative AI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 work directly on open-source generative models and fix what needs fixing. 4 related papers.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Image and video generation and editing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diffusion models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GANs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media synthesis pipelines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Others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 push language models beyond text: 11 related papers.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Local LLMs and agents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reinforcement learning applications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signal processing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AI education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Research projects · systems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Ongoing R&amp;D projects and systems the lab built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 research results are listed with the papers · smartgenerationlab.github.io/en/projects.html</a:t>
            </a:r>
            <a:endParaRPr lang="ko-KR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5257800"/>
                <a:gridCol w="2552700"/>
                <a:gridCol w="1200150"/>
                <a:gridCol w="1200150"/>
              </a:tblGrid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Project · system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Type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Period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Status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Improving Generative AI Models for Cultural Content Production</a:t>
                      </a:r>
                      <a:endParaRPr lang="en-US" sz="11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Virtual Convergence Technology Research Institute R&amp;D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2025 –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Ongoing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Generative AI for Content Production Workflows</a:t>
                      </a:r>
                      <a:endParaRPr lang="en-US" sz="11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Industry–academia joint R&amp;D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 –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Ongoing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Local LLM Multi-Agent System</a:t>
                      </a:r>
                      <a:endParaRPr lang="en-US" sz="11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Lab project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 –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Ongoing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ComfyUI Content Generation Pipeline</a:t>
                      </a:r>
                      <a:endParaRPr lang="en-US" sz="11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Lab project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 –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Ongoing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Lab AI Server</a:t>
                      </a:r>
                      <a:endParaRPr lang="en-US" sz="11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Lab project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altLang="en-US" sz="11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Completed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PUBLICATIONS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Publications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2003–2026 · Google Scholar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40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PUBLICATIONS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Journal and conference papers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26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JOURNAL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Journal papers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SINCE 2024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Generative AI · LLM · agents (2024–)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ACTIVITIES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Recent activities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Academic · Teaching · Lab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3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Website Relaunch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2026.09 · Lab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3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ISPACS 2026 Web Chair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2026.08 · Academic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3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SG Lab Brand Finalised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2026.07 · Lab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3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Generative AI Workshop for University Staff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2026.06 · Teaching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1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Computer Vision System Design · Software Studio 1 · Advanced Programming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2026.03 · Teaching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activities in total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smartgenerationlab.github.io/en/activities.html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PEOPLE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Sang-Geol Lee, Ph.D.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leesg@dongseo.ac.kr · smartgenerationlab.github.io</a:t>
            </a:r>
            <a:endParaRPr lang="ko-KR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2038350"/>
            <a:ext cx="5257800" cy="355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spcAft>
                <a:spcPts val="1000"/>
              </a:spcAft>
              <a:buNone/>
            </a:pPr>
            <a:r>
              <a:rPr lang="en-US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이상걸 · Principal Investigator</a:t>
            </a:r>
            <a:endParaRPr lang="en-US" sz="1100" dirty="0"/>
          </a:p>
          <a:p>
            <a:pPr indent="0" marL="0">
              <a:lnSpc>
                <a:spcPct val="140000"/>
              </a:lnSpc>
              <a:spcBef>
                <a:spcPts val="1800"/>
              </a:spcBef>
              <a:buNone/>
            </a:pPr>
            <a:r>
              <a:rPr lang="en-US" altLang="en-US" sz="12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Education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Ph.D. in Electrical, Electronic and Computer Engineering, Pusan National University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M.S. in Computer Engineering, Pusan National University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B.S. in Information and Computer Engineering, Pusan National University</a:t>
            </a:r>
            <a:endParaRPr lang="en-US" sz="1100" dirty="0"/>
          </a:p>
          <a:p>
            <a:pPr indent="0" marL="0">
              <a:lnSpc>
                <a:spcPct val="140000"/>
              </a:lnSpc>
              <a:spcBef>
                <a:spcPts val="1800"/>
              </a:spcBef>
              <a:buNone/>
            </a:pPr>
            <a:r>
              <a:rPr lang="en-US" altLang="en-US" sz="12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Career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Associate Professor, Department of Software, Dongseo University (current)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Research Professor, WE-UP Programme, Dongguk University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Research Fellow, BK21+ Programme, Pusan National University</a:t>
            </a:r>
            <a:endParaRPr lang="en-US" sz="1100" dirty="0"/>
          </a:p>
          <a:p>
            <a:pPr indent="0" marL="0">
              <a:lnSpc>
                <a:spcPct val="140000"/>
              </a:lnSpc>
              <a:spcBef>
                <a:spcPts val="1800"/>
              </a:spcBef>
              <a:buNone/>
            </a:pPr>
            <a:r>
              <a:rPr lang="en-US" altLang="en-US" sz="12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Interests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deep learning, machine learning, neural networks, computer vision, image processing.</a:t>
            </a:r>
            <a:endParaRPr lang="en-US" sz="1100" dirty="0"/>
          </a:p>
        </p:txBody>
      </p:sp>
      <p:pic>
        <p:nvPicPr>
          <p:cNvPr id="7" name="Image 0" descr="/home/runner/work/sglab-brand/sglab-brand/web/images/lee-sang-geo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62850" y="2038350"/>
            <a:ext cx="2476500" cy="3302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JOIN US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Looking for people to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build with.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Graduate and undergraduate applications, industry collaboration, and joint research proposals are all welcome by email.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leesg@dongseo.ac.kr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+82-51-320-2135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smartgenerationlab.github.io/en/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Lab Introduction</dc:title>
  <dc:subject>PptxGenJS Presentation</dc:subject>
  <dc:creator>Smart Generation Lab</dc:creator>
  <cp:lastModifiedBy>Smart Generation Lab</cp:lastModifiedBy>
  <cp:revision>1</cp:revision>
  <dcterms:created xsi:type="dcterms:W3CDTF">2026-09-21T15:31:10Z</dcterms:created>
  <dcterms:modified xsi:type="dcterms:W3CDTF">2026-09-21T15:31:10Z</dcterms:modified>
</cp:coreProperties>
</file>