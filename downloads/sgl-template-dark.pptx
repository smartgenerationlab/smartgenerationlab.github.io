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제목은 두 줄까지. 우측 점 필드는 마스터 고정(노이즈 → 형태).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cover-fiel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0" y="952500"/>
            <a:ext cx="5588000" cy="5588000"/>
          </a:xfrm>
          <a:prstGeom prst="rect">
            <a:avLst/>
          </a:prstGeom>
        </p:spPr>
      </p:pic>
      <p:pic>
        <p:nvPicPr>
          <p:cNvPr id="3" name="Image 1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58900" y="7366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spc="12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200" spc="72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6" name="Shape 1"/>
          <p:cNvSpPr/>
          <p:nvPr/>
        </p:nvSpPr>
        <p:spPr>
          <a:xfrm>
            <a:off x="762000" y="1295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TITLE</a:t>
            </a:r>
            <a:endParaRPr lang="ko-KR" sz="11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10" name="Shape 2"/>
          <p:cNvSpPr/>
          <p:nvPr/>
        </p:nvSpPr>
        <p:spPr>
          <a:xfrm>
            <a:off x="762000" y="5638800"/>
            <a:ext cx="685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RESEARCH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52578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669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한 줄 설명 자리. 30px, 최대 두 줄.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679700"/>
            <a:ext cx="52578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908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방법 — 모델 구조와 학습 설정을 한 줄로.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321050"/>
            <a:ext cx="52578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5496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— 핵심 수치 하나, 비교 대상 하나.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962400"/>
            <a:ext cx="52578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6172200" y="2038350"/>
            <a:ext cx="5257800" cy="2667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6172200" y="32766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결과 이미지 · 도표 자리 (16:10)</a:t>
            </a:r>
            <a:endParaRPr lang="ko-KR" sz="1000" dirty="0"/>
          </a:p>
        </p:txBody>
      </p:sp>
      <p:sp>
        <p:nvSpPr>
          <p:cNvPr id="20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1" name="Shape 1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3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SECTION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ko-KR" altLang="en-US" sz="10000" spc="-50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제목 — 프로젝트 데모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4368800" y="351790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   하위 항목 1</a:t>
            </a:r>
            <a:endParaRPr lang="ko-KR" sz="1300" dirty="0"/>
          </a:p>
        </p:txBody>
      </p:sp>
      <p:sp>
        <p:nvSpPr>
          <p:cNvPr id="11" name="Shape 3"/>
          <p:cNvSpPr/>
          <p:nvPr/>
        </p:nvSpPr>
        <p:spPr>
          <a:xfrm>
            <a:off x="8026400" y="351790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   하위 항목 2</a:t>
            </a:r>
            <a:endParaRPr lang="ko-KR" sz="1300" dirty="0"/>
          </a:p>
        </p:txBody>
      </p:sp>
      <p:sp>
        <p:nvSpPr>
          <p:cNvPr id="13" name="Shape 4"/>
          <p:cNvSpPr/>
          <p:nvPr/>
        </p:nvSpPr>
        <p:spPr>
          <a:xfrm>
            <a:off x="4368800" y="404495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4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   하위 항목 3</a:t>
            </a:r>
            <a:endParaRPr lang="ko-KR" sz="1300" dirty="0"/>
          </a:p>
        </p:txBody>
      </p:sp>
      <p:sp>
        <p:nvSpPr>
          <p:cNvPr id="15" name="Shape 5"/>
          <p:cNvSpPr/>
          <p:nvPr/>
        </p:nvSpPr>
        <p:spPr>
          <a:xfrm>
            <a:off x="4368800" y="457200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8026400" y="404495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7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   하위 항목 4</a:t>
            </a:r>
            <a:endParaRPr lang="ko-KR" sz="1300" dirty="0"/>
          </a:p>
        </p:txBody>
      </p:sp>
      <p:sp>
        <p:nvSpPr>
          <p:cNvPr id="18" name="Shape 7"/>
          <p:cNvSpPr/>
          <p:nvPr/>
        </p:nvSpPr>
        <p:spPr>
          <a:xfrm>
            <a:off x="8026400" y="4572000"/>
            <a:ext cx="34036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1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800" spc="-8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8" name="Shape 2"/>
          <p:cNvSpPr/>
          <p:nvPr/>
        </p:nvSpPr>
        <p:spPr>
          <a:xfrm>
            <a:off x="762000" y="1856740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890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01 · 16:10</a:t>
            </a:r>
            <a:endParaRPr lang="ko-KR" sz="900" dirty="0"/>
          </a:p>
        </p:txBody>
      </p:sp>
      <p:sp>
        <p:nvSpPr>
          <p:cNvPr id="10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3467100" y="1856740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941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02</a:t>
            </a:r>
            <a:endParaRPr lang="ko-KR" sz="900" dirty="0"/>
          </a:p>
        </p:txBody>
      </p:sp>
      <p:sp>
        <p:nvSpPr>
          <p:cNvPr id="13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4" name="Shape 6"/>
          <p:cNvSpPr/>
          <p:nvPr/>
        </p:nvSpPr>
        <p:spPr>
          <a:xfrm>
            <a:off x="6172200" y="1856740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62992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03</a:t>
            </a:r>
            <a:endParaRPr lang="ko-KR" sz="900" dirty="0"/>
          </a:p>
        </p:txBody>
      </p:sp>
      <p:sp>
        <p:nvSpPr>
          <p:cNvPr id="16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8877300" y="1856740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90043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04</a:t>
            </a:r>
            <a:endParaRPr lang="ko-KR" sz="900" dirty="0"/>
          </a:p>
        </p:txBody>
      </p:sp>
      <p:sp>
        <p:nvSpPr>
          <p:cNvPr id="1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Shape 10"/>
          <p:cNvSpPr/>
          <p:nvPr/>
        </p:nvSpPr>
        <p:spPr>
          <a:xfrm>
            <a:off x="762000" y="3820795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8890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05</a:t>
            </a:r>
            <a:endParaRPr lang="ko-KR" sz="900" dirty="0"/>
          </a:p>
        </p:txBody>
      </p:sp>
      <p:sp>
        <p:nvSpPr>
          <p:cNvPr id="22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3" name="Shape 12"/>
          <p:cNvSpPr/>
          <p:nvPr/>
        </p:nvSpPr>
        <p:spPr>
          <a:xfrm>
            <a:off x="3467100" y="3820795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35941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06</a:t>
            </a:r>
            <a:endParaRPr lang="ko-KR" sz="900" dirty="0"/>
          </a:p>
        </p:txBody>
      </p:sp>
      <p:sp>
        <p:nvSpPr>
          <p:cNvPr id="25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Shape 14"/>
          <p:cNvSpPr/>
          <p:nvPr/>
        </p:nvSpPr>
        <p:spPr>
          <a:xfrm>
            <a:off x="6172200" y="3820795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62992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07</a:t>
            </a:r>
            <a:endParaRPr lang="ko-KR" sz="900" dirty="0"/>
          </a:p>
        </p:txBody>
      </p:sp>
      <p:sp>
        <p:nvSpPr>
          <p:cNvPr id="28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9" name="Shape 16"/>
          <p:cNvSpPr/>
          <p:nvPr/>
        </p:nvSpPr>
        <p:spPr>
          <a:xfrm>
            <a:off x="8877300" y="3820795"/>
            <a:ext cx="2552700" cy="181165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30" name="Text 17"/>
          <p:cNvSpPr txBox="1"/>
          <p:nvPr/>
        </p:nvSpPr>
        <p:spPr>
          <a:xfrm>
            <a:off x="90043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08</a:t>
            </a:r>
            <a:endParaRPr lang="ko-KR" sz="900" dirty="0"/>
          </a:p>
        </p:txBody>
      </p:sp>
      <p:sp>
        <p:nvSpPr>
          <p:cNvPr id="31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2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33" name="Shape 1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34" name="Text 1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35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pic>
        <p:nvPicPr>
          <p:cNvPr id="6" name="Image 1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16000" cy="1016000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9" name="Shape 2"/>
          <p:cNvSpPr/>
          <p:nvPr/>
        </p:nvSpPr>
        <p:spPr>
          <a:xfrm>
            <a:off x="7975600" y="4978400"/>
            <a:ext cx="34544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975600" y="51562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ko-KR" sz="13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7975600" y="55118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</a:t>
            </a:r>
            <a:endParaRPr lang="ko-KR" sz="1300" dirty="0"/>
          </a:p>
        </p:txBody>
      </p:sp>
      <p:sp>
        <p:nvSpPr>
          <p:cNvPr id="13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79756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</a:t>
            </a:r>
            <a:endParaRPr lang="ko-KR" sz="1300" dirty="0"/>
          </a:p>
        </p:txBody>
      </p:sp>
      <p:sp>
        <p:nvSpPr>
          <p:cNvPr id="15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AGENDA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161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 제목 자리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56540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743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 제목 자리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09245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2702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3 제목 자리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61950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762000" y="3797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100" dirty="0"/>
          </a:p>
        </p:txBody>
      </p:sp>
      <p:sp>
        <p:nvSpPr>
          <p:cNvPr id="19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4 제목 자리</a:t>
            </a:r>
            <a:endParaRPr lang="ko-KR" sz="1500" dirty="0"/>
          </a:p>
        </p:txBody>
      </p:sp>
      <p:sp>
        <p:nvSpPr>
          <p:cNvPr id="20" name="Shape 10"/>
          <p:cNvSpPr/>
          <p:nvPr/>
        </p:nvSpPr>
        <p:spPr>
          <a:xfrm>
            <a:off x="762000" y="414655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762000" y="43243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1100" dirty="0"/>
          </a:p>
        </p:txBody>
      </p:sp>
      <p:sp>
        <p:nvSpPr>
          <p:cNvPr id="22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5 제목 자리</a:t>
            </a:r>
            <a:endParaRPr lang="ko-KR" sz="1500" dirty="0"/>
          </a:p>
        </p:txBody>
      </p:sp>
      <p:sp>
        <p:nvSpPr>
          <p:cNvPr id="23" name="Shape 12"/>
          <p:cNvSpPr/>
          <p:nvPr/>
        </p:nvSpPr>
        <p:spPr>
          <a:xfrm>
            <a:off x="762000" y="4673600"/>
            <a:ext cx="61595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4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메모 자리 — 발표 맥락, 소요 시간, 자료 링크</a:t>
            </a:r>
            <a:endParaRPr lang="ko-KR" sz="1200" dirty="0"/>
          </a:p>
        </p:txBody>
      </p:sp>
      <p:sp>
        <p:nvSpPr>
          <p:cNvPr id="25" name="Shape 13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7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BLEED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200" spc="-6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7" name="Shape 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9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E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9" name="Shape 2"/>
          <p:cNvSpPr/>
          <p:nvPr/>
        </p:nvSpPr>
        <p:spPr>
          <a:xfrm>
            <a:off x="762000" y="2292350"/>
            <a:ext cx="5257800" cy="328612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8890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결과 (16:10)</a:t>
            </a:r>
            <a:endParaRPr lang="ko-KR" sz="900" dirty="0"/>
          </a:p>
        </p:txBody>
      </p:sp>
      <p:sp>
        <p:nvSpPr>
          <p:cNvPr id="11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14" name="Shape 4"/>
          <p:cNvSpPr/>
          <p:nvPr/>
        </p:nvSpPr>
        <p:spPr>
          <a:xfrm>
            <a:off x="6172200" y="2292350"/>
            <a:ext cx="5257800" cy="3286125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62992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결과 (16:10)</a:t>
            </a:r>
            <a:endParaRPr lang="ko-KR" sz="900" dirty="0"/>
          </a:p>
        </p:txBody>
      </p:sp>
      <p:sp>
        <p:nvSpPr>
          <p:cNvPr id="16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8" name="Shape 6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9" name="Text 7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0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292350"/>
            <a:ext cx="3302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2" name="Shape 3"/>
          <p:cNvSpPr/>
          <p:nvPr/>
        </p:nvSpPr>
        <p:spPr>
          <a:xfrm>
            <a:off x="4368800" y="2292350"/>
            <a:ext cx="3302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6" name="Shape 4"/>
          <p:cNvSpPr/>
          <p:nvPr/>
        </p:nvSpPr>
        <p:spPr>
          <a:xfrm>
            <a:off x="7975600" y="2292350"/>
            <a:ext cx="3302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7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8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9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20" name="Shape 5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21" name="Text 6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2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KEY IDEA</a:t>
            </a:r>
            <a:endParaRPr lang="ko-KR" sz="11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2E2E3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</a:t>
            </a:r>
            <a:endParaRPr lang="ko-KR" sz="1100" dirty="0"/>
          </a:p>
        </p:txBody>
      </p:sp>
      <p:sp>
        <p:nvSpPr>
          <p:cNvPr id="4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6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이상걸 교수</a:t>
            </a:r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AGENDA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분야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데모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수치</a:t>
            </a:r>
            <a:endParaRPr lang="ko-KR" sz="1500" dirty="0"/>
          </a:p>
        </p:txBody>
      </p:sp>
      <p:sp>
        <p:nvSpPr>
          <p:cNvPr id="8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커리큘럼</a:t>
            </a:r>
            <a:endParaRPr lang="ko-KR" sz="1500" dirty="0"/>
          </a:p>
        </p:txBody>
      </p:sp>
      <p:sp>
        <p:nvSpPr>
          <p:cNvPr id="9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할 일</a:t>
            </a:r>
            <a:endParaRPr lang="ko-KR" sz="1500" dirty="0"/>
          </a:p>
        </p:txBody>
      </p:sp>
      <p:sp>
        <p:nvSpPr>
          <p:cNvPr id="10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40분 · 질의 10분</a:t>
            </a:r>
            <a:endParaRPr lang="ko-KR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홈페이지 주소 자리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SECTION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데모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텍스트→영상 확산 모델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조건부 이미지 합성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LLM 에이전트 개발 도구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생성 AI 교과 커리큘럼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한 줄 설명 자리. 30px, 최대 두 줄.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 방법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모델 구조와 학습 설정을 한 줄로.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핵심 수치 하나, 비교 대상 하나.</a:t>
            </a:r>
            <a:endParaRPr lang="ko-KR" sz="1500" dirty="0"/>
          </a:p>
        </p:txBody>
      </p:sp>
      <p:sp>
        <p:nvSpPr>
          <p:cNvPr id="8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5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6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6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모델 · 프레임 간 깜빡임</a:t>
            </a:r>
            <a:endParaRPr lang="ko-KR" sz="1200" dirty="0"/>
          </a:p>
        </p:txBody>
      </p:sp>
      <p:sp>
        <p:nvSpPr>
          <p:cNvPr id="8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방법 · 시간 일관성 유지</a:t>
            </a:r>
            <a:endParaRPr lang="ko-KR" sz="1200" dirty="0"/>
          </a:p>
        </p:txBody>
      </p:sp>
      <p:sp>
        <p:nvSpPr>
          <p:cNvPr id="9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4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모델 1.31 대비. UCF-101, 16프레임.</a:t>
            </a:r>
            <a:endParaRPr lang="ko-KR" sz="12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GPU, 배치 1, 50스텝 기준.</a:t>
            </a:r>
            <a:endParaRPr lang="ko-KR" sz="1200" dirty="0"/>
          </a:p>
        </p:txBody>
      </p:sp>
      <p:sp>
        <p:nvSpPr>
          <p:cNvPr id="11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2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3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생성 프레임. 배치 8.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8350"/>
          <a:ext cx="10668000" cy="914400"/>
        </p:xfrm>
        <a:graphic>
          <a:graphicData uri="http://schemas.openxmlformats.org/drawingml/2006/table">
            <a:tbl>
              <a:tblPr/>
              <a:tblGrid>
                <a:gridCol w="3454400"/>
                <a:gridCol w="1651000"/>
                <a:gridCol w="1651000"/>
                <a:gridCol w="1651000"/>
                <a:gridCol w="1651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FVD ↓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CLIP-T ↑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 (S)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PARAMS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A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0.281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1.12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0.290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제안 방법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0.92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0.304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7.7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KEY IDEA</a:t>
            </a:r>
            <a:endParaRPr lang="ko-KR" sz="11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A3AD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5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6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1300" dirty="0"/>
          </a:p>
        </p:txBody>
      </p:sp>
      <p:sp>
        <p:nvSpPr>
          <p:cNvPr id="7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동서대학교 컴퓨터공학부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슬라이드 템플릿 (다크)</dc:title>
  <dc:subject>PptxGenJS Presentation</dc:subject>
  <dc:creator>Smart Generation Lab</dc:creator>
  <cp:lastModifiedBy>Smart Generation Lab</cp:lastModifiedBy>
  <cp:revision>1</cp:revision>
  <dcterms:created xsi:type="dcterms:W3CDTF">2026-09-14T01:55:01Z</dcterms:created>
  <dcterms:modified xsi:type="dcterms:W3CDTF">2026-09-14T01:55:01Z</dcterms:modified>
</cp:coreProperties>
</file>