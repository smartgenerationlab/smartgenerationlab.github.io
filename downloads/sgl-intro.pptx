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부산대 전기전자컴퓨터공학과 공학박사 · 부산대 컴퓨터공학과 공학석사 · 부산대 정보컴퓨터공학부 공학사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(현) 동서대학교 소프트웨어학과 부교수 · (전) 동국대학교 WE-UP 사업단 연구초빙교수 · (전) 부산대 BK21+ 사업단 연수연구원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관심 분야는 딥러닝, 기계학습, 신경망, 컴퓨터 비전, 이미지 처리.</a:t>
            </a:r>
            <a:endParaRPr lang="ko-KR" sz="1500" dirty="0"/>
          </a:p>
        </p:txBody>
      </p:sp>
      <p:pic>
        <p:nvPicPr>
          <p:cNvPr id="8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0975" y="2038350"/>
            <a:ext cx="2000250" cy="2667000"/>
          </a:xfrm>
          <a:prstGeom prst="rect">
            <a:avLst/>
          </a:prstGeom>
        </p:spPr>
      </p:pic>
      <p:sp>
        <p:nvSpPr>
          <p:cNvPr id="9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2026-09-14T00:59:13Z</dcterms:created>
  <dcterms:modified xsi:type="dcterms:W3CDTF">2026-09-14T00:59:13Z</dcterms:modified>
</cp:coreProperties>
</file>