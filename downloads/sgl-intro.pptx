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LAB INTRODUCTION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만드는 것으로.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 제너레이션 랩 · 동서대학교 컴퓨터공학부(소프트웨어전공)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지도교수 · Principal Investigator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WHO WE ARE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만드는 것으로.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컴퓨터비전으로 세상을 읽고, 생성 모델로 새로 씁니다. 이미지와 영상을 이해하는 모델에서 출발해 그것을 만들어내는 모델까지, 직접 학습시키고 배포하고 가르칩니다.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컴퓨터비전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연구실의 출발점입니다. 관련 논문 25편.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이미지·영상 분석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객체 인식과 추적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문자 인식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의료 영상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생성 AI 모델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오픈소스 생성 모델을 직접 다루고 고칩니다. 관련 논문 4편.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이미지·영상 생성과 편집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확산 모델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GAN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미디어 합성 파이프라인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 외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언어모델을 텍스트 밖으로 확장합니다. 관련 논문 11편.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로컬 LLM과 에이전트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강화학습 응용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신호처리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AI 교육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연구 과제 · 시스템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중인 R&amp;D 과제와 연구실이 직접 구축한 시스템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결과 9건은 논문 목록 참조 · https://smartgenerationlab.github.io/projects.html</a:t>
            </a:r>
            <a:endParaRPr lang="ko-KR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5257800"/>
                <a:gridCol w="2552700"/>
                <a:gridCol w="1200150"/>
                <a:gridCol w="1200150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과제 · 시스템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문화콘텐츠 제작 기술 혁신을 위한 생성 AI 모델 성능 향상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가상융합기술연구원 R&amp;D 기획발굴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콘텐츠 제작 공정을 위한 생성 AI 기술 개발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산학공동기술개발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로컬 LLM 멀티 에이전트 시스템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ComfyUI 콘텐츠 생성 파이프라인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연구실 AI 서버 구축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PUBLICATIONS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논문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2003년부터 2026년까지 · Google Scholar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40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PUBLICATIONS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학술지·학술대회 전체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26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JOURNAL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학술지 논문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SINCE 2024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AI · LLM · 에이전트 (2024–)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ACTIVITIES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최근 활동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 · 교육 · 연구실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홈페이지 개편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2026.09 · 연구실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ISPACS 2026 Web Chair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2026.08 · 학술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SG Lab 브랜드 확정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2026.07 · 연구실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교직원 대상 생성형 AI 활용 특강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2026.06 · 교육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컴퓨터비전시스템설계 · 소프트웨어스튜디오1 · 고급프로그래밍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2026.03 · 교육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활동 11건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https://smartgenerationlab.github.io/activities.html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PEOPLE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 · smartgenerationlab.github.io</a:t>
            </a:r>
            <a:endParaRPr lang="ko-KR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2038350"/>
            <a:ext cx="5257800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spcAft>
                <a:spcPts val="1000"/>
              </a:spcAft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Sang-Geol Lee, Ph.D. · 지도교수 · Principal Investigator</a:t>
            </a:r>
            <a:endParaRPr lang="ko-KR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학력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전기전자컴퓨터공학과 공학박사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컴퓨터공학과 공학석사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정보컴퓨터공학부 공학사</a:t>
            </a:r>
            <a:endParaRPr lang="ko-KR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경력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(현) 동서대학교 소프트웨어학과 부교수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(전) 동국대학교 WE-UP 사업단 연구초빙교수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(전) 부산대 BK21+ 사업단 연수연구원</a:t>
            </a:r>
            <a:endParaRPr lang="ko-KR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관심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분야는 딥러닝, 기계학습, 신경망, 컴퓨터 비전, 이미지 처리.</a:t>
            </a:r>
            <a:endParaRPr lang="ko-KR" sz="1100" dirty="0"/>
          </a:p>
        </p:txBody>
      </p:sp>
      <p:pic>
        <p:nvPicPr>
          <p:cNvPr id="7" name="Image 0" descr="/home/runner/work/sglab-brand/sglab-brand/web/images/lee-sang-ge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2850" y="2038350"/>
            <a:ext cx="2476500" cy="330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JOIN US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사람을 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학부연구생 · 대학원 (석사·박사) · 산학 협력 · 공동 연구 — 대학원·학부연구생 지원, 산학 협력, 공동 연구 제안 모두 이메일로 받습니다.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051-320-2135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smartgenerationlab.github.io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연구실 소개</dc:title>
  <dc:subject>PptxGenJS Presentation</dc:subject>
  <dc:creator>Smart Generation Lab</dc:creator>
  <cp:lastModifiedBy>Smart Generation Lab</cp:lastModifiedBy>
  <cp:revision>1</cp:revision>
  <dcterms:created xsi:type="dcterms:W3CDTF">2026-09-14T01:36:07Z</dcterms:created>
  <dcterms:modified xsi:type="dcterms:W3CDTF">2026-09-14T01:36:07Z</dcterms:modified>
</cp:coreProperties>
</file>