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4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pic>
        <p:nvPicPr>
          <p:cNvPr id="6" name="Image 1" descr="/home/runner/work/sglab-brand/sglab-brand/dist/png/poster-field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111113"/>
            </a:solidFill>
            <a:prstDash val="solid"/>
          </a:ln>
        </p:spPr>
      </p:sp>
      <p:pic>
        <p:nvPicPr>
          <p:cNvPr id="70" name="Image 2" descr="/home/runner/work/sglab-brand/sglab-brand/dist/png/sgl-mark-light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E6E5E0"/>
          </a:solidFill>
          <a:ln w="12700">
            <a:solidFill>
              <a:srgbClr val="E6E5E0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D9D8D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ligh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11111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6B6B7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2E2E33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111113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3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0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8863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111113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2E2E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6B6B7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· 데이터 링크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(라이트)</dc:title>
  <dc:subject>PptxGenJS Presentation</dc:subject>
  <dc:creator>Smart Generation Lab</dc:creator>
  <cp:lastModifiedBy>Smart Generation Lab</cp:lastModifiedBy>
  <cp:revision>1</cp:revision>
  <dcterms:created xsi:type="dcterms:W3CDTF">2026-09-13T16:21:59Z</dcterms:created>
  <dcterms:modified xsi:type="dcterms:W3CDTF">2026-09-13T16:21:59Z</dcterms:modified>
</cp:coreProperties>
</file>